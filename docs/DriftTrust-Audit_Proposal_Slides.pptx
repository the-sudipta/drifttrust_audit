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DriftTrust-Audit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938528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Explainability-Consistent, Audit-Ready Framework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Concept Drift-Resilient Dynamic Trust Assessment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Zero Trust Networks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369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320040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2369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320040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2369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320040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32369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2369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976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Cybersecurity  ·  Information Security Management Systems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 Draft  ·  July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slides  ·  Proposal overview for supervisor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69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325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Trust, AI trust scoring, and why it matters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0756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03–04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5420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and the critical gap that no one has addressed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3081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Existing Papers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547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have done — and where they stop short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40873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4343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 — What We Will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4553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DriftTrust-Audit: three novel contributions explained simply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1069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1325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Novel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0328" y="1536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and novelty claim, defended against literature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1168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20756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0328" y="2331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25420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steps, and what we will actually code or simulate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01752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0328" y="3081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0328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0328" y="3547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success — new metrics included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023360"/>
            <a:ext cx="4160520" cy="86868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0328" y="40873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0328" y="4343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0328" y="4553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research roadmap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Zero Trust Architecture (ZTA)?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3291840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Perimeter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but verify"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outer wall (firewall) protects the network. Once someone is inside, they are trusted automatically — they can move freely.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If an attacker gets past the wall, or a trusted employee goes rogue — there is NO further check.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005840"/>
            <a:ext cx="4297680" cy="3291840"/>
          </a:xfrm>
          <a:prstGeom prst="rect">
            <a:avLst/>
          </a:prstGeom>
          <a:solidFill>
            <a:srgbClr val="0E2D20"/>
          </a:solidFill>
          <a:ln w="12700">
            <a:solidFill>
              <a:srgbClr val="0E2D2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Trust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141732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user, device, and request is checked EVERY TIME — regardless of where they are. Trust is not assumed; it is calculated continuously.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tool: a TRUST SCORE — a real-time number that determines what you can access, based on your current behavior and context.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3708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standard: NIST SP 800-207 (Rose et al., 2020)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Scoring and the Drift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1732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Computes a Trust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(using LSTM or GRU — a type of neural network good at patterns over time) watches 11 behavioral signals: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078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664208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70078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64208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0078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health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664208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70078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time anomaly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01168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04825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displacement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201168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04825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entropy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04825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timing gap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011680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04825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sessions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359152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39572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sensitivity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51760" y="2359152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239572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anomaly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59152"/>
            <a:ext cx="1417320" cy="292608"/>
          </a:xfrm>
          <a:prstGeom prst="rect">
            <a:avLst>
              <a:gd name="adj" fmla="val 12500"/>
            </a:avLst>
          </a:prstGeom>
          <a:solidFill>
            <a:srgbClr val="126678"/>
          </a:solidFill>
          <a:ln w="12700">
            <a:solidFill>
              <a:srgbClr val="1266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39572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retransmission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743200"/>
            <a:ext cx="8412480" cy="1627632"/>
          </a:xfrm>
          <a:prstGeom prst="rect">
            <a:avLst/>
          </a:prstGeom>
          <a:solidFill>
            <a:srgbClr val="2A1A10"/>
          </a:solidFill>
          <a:ln w="12700">
            <a:solidFill>
              <a:srgbClr val="2A1A1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Concept Drift Problem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09067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behavior changes over time — new working hours, new devices, new attack patterns.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shift is called Concept Drift. A static AI model trained yesterday gives wrong trust scores today: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Legitimate users get blocked.   → Real attackers slip through undetected.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Adaptation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have built AI models that can update themselves when behavior drifts. That is good. But they missed something critical: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28016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a Zero Trust AI model silently updates its own trust-scoring logic — WHO is responsible? HOW do we know the change was correct? CAN we prove it to an auditor?"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06908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B8FA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86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audit trail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adapts, nothing records WHY it changed. An ISO 27001 auditor has no evidence to inspect.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06908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B8FA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286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Black-box adaptation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57860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updates weights automatically. Humans cannot see which behavior triggered the change.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6908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B8FA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429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Policy compliance unknown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72160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adaptation, no check verifies the model still follows the organization's access control policy.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406908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1B8FA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429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Reasoning instability ignored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72160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accuracy stays the same, the model may justify decisions differently — a compliance red flag.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 Real-World Consequences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96112"/>
          </a:xfrm>
          <a:prstGeom prst="rect">
            <a:avLst/>
          </a:prstGeom>
          <a:solidFill>
            <a:srgbClr val="2A1A10"/>
          </a:solidFill>
          <a:ln w="12700">
            <a:solidFill>
              <a:srgbClr val="2A1A1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607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ZTA AI silently updated its trust model after a wave of new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0789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Auditor asks: 'Why did you grant access to this account on March 15?' → No record exists. Regulatory fine.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0" cy="676656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84248"/>
            <a:ext cx="8412480" cy="896112"/>
          </a:xfrm>
          <a:prstGeom prst="rect">
            <a:avLst/>
          </a:prstGeom>
          <a:solidFill>
            <a:srgbClr val="1A2A10"/>
          </a:solidFill>
          <a:ln w="12700">
            <a:solidFill>
              <a:srgbClr val="1A2A1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391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Behavioral drift caused the model to relax restrictions on patient record 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HIPAA/GDPR breach. System cannot prove the change was intentional or reviewed.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093976"/>
            <a:ext cx="0" cy="676656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62656"/>
            <a:ext cx="8412480" cy="896112"/>
          </a:xfrm>
          <a:prstGeom prst="rect">
            <a:avLst/>
          </a:prstGeom>
          <a:solidFill>
            <a:srgbClr val="1A1A2A"/>
          </a:solidFill>
          <a:ln w="12700">
            <a:solidFill>
              <a:srgbClr val="1A1A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Government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826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Security model adapted 47 times over 6 months — all automatic, none documented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03580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ISO 27001 audit fails. Certification revoked. Cannot demonstrate compliance with A.8.16 Monitoring.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72384"/>
            <a:ext cx="0" cy="676656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41064"/>
            <a:ext cx="8412480" cy="896112"/>
          </a:xfrm>
          <a:prstGeom prst="rect">
            <a:avLst/>
          </a:prstGeom>
          <a:solidFill>
            <a:srgbClr val="2A1010"/>
          </a:solidFill>
          <a:ln w="12700">
            <a:solidFill>
              <a:srgbClr val="2A101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995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Attacker Scenario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2611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A hacker slowly changes their behavior to 'drift' the model toward trusting them more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1421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model adapts toward the attacker without anyone noticing. No anomaly logged.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4050792"/>
            <a:ext cx="0" cy="676656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Papers Have Done — And Where They Stop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1488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32004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9418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914400"/>
            <a:ext cx="28346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9418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234440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234440"/>
            <a:ext cx="32644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1234440"/>
            <a:ext cx="2898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3075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 (USENIX '17)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3472" y="1289304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concept drift in malware classifiers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25312" y="128930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continual learning; no ZTA; no audit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810512"/>
            <a:ext cx="2148840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2032" y="1810512"/>
            <a:ext cx="3264408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33872" y="1810512"/>
            <a:ext cx="2898648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836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(AISec '21)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33472" y="1865376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+ XAI for intrusion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25312" y="1865376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Performance only; no governance layer; no ISO mapping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386584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42032" y="2386584"/>
            <a:ext cx="32644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33872" y="2386584"/>
            <a:ext cx="2898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45973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METANOIA (2024)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33472" y="2441448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IDS to mitigate concept drift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25312" y="2441448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trust scoring; no explainability audit trail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962656"/>
            <a:ext cx="2148840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42032" y="2962656"/>
            <a:ext cx="3264408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33872" y="2962656"/>
            <a:ext cx="2898648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35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AutoSHARC (CMES '25)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33472" y="3017520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SHAP-guided retraining feedback for IoT IDS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25312" y="301752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ZTA; no policy-conformance check on updates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538728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42032" y="3538728"/>
            <a:ext cx="32644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33872" y="3538728"/>
            <a:ext cx="2898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DriftGuard (arXiv '26)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33472" y="359359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 drift for supply-chain forecasting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25312" y="3593592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a security paper; no access-control governance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114800"/>
            <a:ext cx="2148840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42032" y="4114800"/>
            <a:ext cx="3264408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33872" y="4114800"/>
            <a:ext cx="2898648" cy="530352"/>
          </a:xfrm>
          <a:prstGeom prst="rect">
            <a:avLst/>
          </a:prstGeom>
          <a:solidFill>
            <a:srgbClr val="EBF4F8"/>
          </a:solidFill>
          <a:ln w="12700">
            <a:solidFill>
              <a:srgbClr val="C0D4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187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Phishing (PMC '25)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33472" y="4169664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retraining + audit for phishing detection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25312" y="416966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ISO 27001 mapping; no ECI metric; not ZTA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— Visualized as a Venn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474720" cy="2926080"/>
          </a:xfrm>
          <a:prstGeom prst="rect">
            <a:avLst/>
          </a:prstGeom>
          <a:solidFill>
            <a:srgbClr val="163050"/>
          </a:solidFill>
          <a:ln w="12700">
            <a:solidFill>
              <a:srgbClr val="1630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Transcend, INSOMNIA,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METANOIA, AutoSHARC,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DriftGuard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drift + adapt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097280"/>
            <a:ext cx="3474720" cy="2926080"/>
          </a:xfrm>
          <a:prstGeom prst="rect">
            <a:avLst/>
          </a:prstGeom>
          <a:solidFill>
            <a:srgbClr val="102820"/>
          </a:solidFill>
          <a:ln w="12700">
            <a:solidFill>
              <a:srgbClr val="10282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170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16916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 trust scoring,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UAV-ZTA XAI paper,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ZTA with XAI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individual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3017520"/>
            <a:ext cx="4572000" cy="1234440"/>
          </a:xfrm>
          <a:prstGeom prst="rect">
            <a:avLst/>
          </a:prstGeom>
          <a:solidFill>
            <a:srgbClr val="E8A917"/>
          </a:solidFill>
          <a:ln w="12700">
            <a:solidFill>
              <a:srgbClr val="E8A9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0280" y="30815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NOBODY HAS DONE THIS: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33649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ADAPTATION EVENT itself as an auditable,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policy-conformant artifact — mapped to ISO 27001.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743200"/>
            <a:ext cx="0" cy="256032"/>
          </a:xfrm>
          <a:prstGeom prst="line">
            <a:avLst/>
          </a:prstGeom>
          <a:noFill/>
          <a:ln w="25400">
            <a:solidFill>
              <a:srgbClr val="E8A9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DriftTrust-Audit — What We Are Building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proven ML core of DriftTrust and add a third, governance-focused layer that has never been built for ZTA: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1078992"/>
          </a:xfrm>
          <a:prstGeom prst="rect">
            <a:avLst/>
          </a:prstGeom>
          <a:solidFill>
            <a:srgbClr val="E8F4FB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25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636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Trust Scoring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353312"/>
            <a:ext cx="0" cy="868680"/>
          </a:xfrm>
          <a:prstGeom prst="line">
            <a:avLst/>
          </a:prstGeom>
          <a:noFill/>
          <a:ln w="12700">
            <a:solidFill>
              <a:srgbClr val="A8B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353312"/>
            <a:ext cx="5669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or GRU deep learning model reads the 11 behavioral features in real time and outputs a continuous Trust Score for every user session. This layer runs non-stop — like a continuous ECG monitor for network behavior.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412480" cy="1078992"/>
          </a:xfrm>
          <a:prstGeom prst="rect">
            <a:avLst/>
          </a:prstGeom>
          <a:solidFill>
            <a:srgbClr val="E8F5EE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4871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 Continual 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514600"/>
            <a:ext cx="0" cy="868680"/>
          </a:xfrm>
          <a:prstGeom prst="line">
            <a:avLst/>
          </a:prstGeom>
          <a:noFill/>
          <a:ln w="12700">
            <a:solidFill>
              <a:srgbClr val="A8BF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514600"/>
            <a:ext cx="5669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behavior changes significantly (concept drift), this layer detects it — using both statistical error monitoring and SHAP attribution shifts. It then incrementally updates Layer 1 without erasing old knowledge (avoiding catastrophic forgetting).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078992"/>
          </a:xfrm>
          <a:prstGeom prst="rect">
            <a:avLst/>
          </a:prstGeom>
          <a:solidFill>
            <a:srgbClr val="FDF3E3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6484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⭐ NOVEL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Governance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3675888"/>
            <a:ext cx="0" cy="868680"/>
          </a:xfrm>
          <a:prstGeom prst="line">
            <a:avLst/>
          </a:prstGeom>
          <a:noFill/>
          <a:ln w="12700">
            <a:solidFill>
              <a:srgbClr val="A8BF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675888"/>
            <a:ext cx="5669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Layer 2 triggers an update, Layer 3 generates an Adaptation Justification Record (AJR), computes the Explanation-Consistency Index (ECI), and performs an automated ISO/IEC 27001 policy-conformance check. This is our core contribution.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 ·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1: Adaptation Justification Record (AJR)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an automatically-generated receipt for every AI self-update — legally and technically inspectable.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846320" cy="3246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Sample AJR Entry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ID: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04288" y="1508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AJR-00047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04288" y="1810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2025-03-15  02:14:22 UTC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112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type: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04288" y="2112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 shift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4140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Drifted feature: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04288" y="2414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login_time_anomaly (+340%)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715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before: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04288" y="2715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 (HIGH TRUST)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after: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04288" y="3017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  (MEDIUM TRUST)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319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04288" y="3319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621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control: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36210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A.8.16 Monitoring — COMPLIANT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04288" y="39227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weight update (Layer 2)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1115568"/>
            <a:ext cx="3383280" cy="3246120"/>
          </a:xfrm>
          <a:prstGeom prst="rect">
            <a:avLst/>
          </a:prstGeom>
          <a:solidFill>
            <a:srgbClr val="152512"/>
          </a:solidFill>
          <a:ln w="12700">
            <a:solidFill>
              <a:srgbClr val="15251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1170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ISO/IEC 27001:2022 Mapping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32120" y="1554480"/>
            <a:ext cx="3063240" cy="77724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50992" y="161848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A.5.15 — Access Control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50992" y="18745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 logs every access-rule change caused by adaptation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2468880"/>
            <a:ext cx="3063240" cy="77724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50992" y="253288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A.8.16 — Monitoring Activities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50992" y="27889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 is the monitoring artifact for AI self-updates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32120" y="3383280"/>
            <a:ext cx="3063240" cy="777240"/>
          </a:xfrm>
          <a:prstGeom prst="rect">
            <a:avLst/>
          </a:prstGeom>
          <a:solidFill>
            <a:srgbClr val="1E3828"/>
          </a:solidFill>
          <a:ln w="12700">
            <a:solidFill>
              <a:srgbClr val="1E38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50992" y="344728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A.5.36 — Compliance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50992" y="37033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Policy-conformance check embedded in every AJR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 ·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2: Explanation-Consistency Index (ECI)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1F2D1F"/>
          </a:solidFill>
          <a:ln w="12700">
            <a:solidFill>
              <a:srgbClr val="1F2D1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Simple Analogy: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005840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judge who gives different verdicts for the same crime depending on the day. Even if the outcomes seem correct, we do not trust that judge — because the reasoning is inconsistent. ECI measures exactly this for the AI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160520" cy="2606040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73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ECI Measures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standard set of 'test scenarios' (same user behaviors), ECI compares the model's TOP REASONS (SHAP features) BEFORE and AFTER an adaptation.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says 'login_time_anomaly is the main reason' before and after → High ECI → Consistent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says 'port_entropy' before, then 'session_duration' after for the same behavior → Low ECI → Suspicious, needs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19072"/>
            <a:ext cx="4069080" cy="2606040"/>
          </a:xfrm>
          <a:prstGeom prst="rect">
            <a:avLst/>
          </a:prstGeom>
          <a:solidFill>
            <a:srgbClr val="1A2A10"/>
          </a:solidFill>
          <a:ln w="12700">
            <a:solidFill>
              <a:srgbClr val="1A2A1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773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Computed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084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combines two standard similarity measures: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239572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Overlap: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proportion of the same features appear in the top-k list before vs after?
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Kendall-tau Rank: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ranking order of those features similar?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= 1.0 → Perfect consistency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&lt; 0.5 → Requires human audit review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→ logged in every AJR for traceability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CLAIM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Novel — Defended Against Literature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existing research streams have never been combined with a governance/audit lens. Here is the evidence: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2004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Mechanism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0" y="1170432"/>
            <a:ext cx="28346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1887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Existing Literature?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170432"/>
            <a:ext cx="21488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188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Paper?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490472"/>
            <a:ext cx="32004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1490472"/>
            <a:ext cx="289864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490472"/>
            <a:ext cx="221284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819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+ continual learning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15819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Exists (Transcend, INSOMNIA, METANOIA)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1581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— not our novelty claim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039112"/>
            <a:ext cx="32004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3592" y="2039112"/>
            <a:ext cx="289864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2039112"/>
            <a:ext cx="221284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305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drift detection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21305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Exists (AutoSHARC, DriftGuard, energy forecasting)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2130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— not our novelty claim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587752"/>
            <a:ext cx="32004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93592" y="2587752"/>
            <a:ext cx="289864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2587752"/>
            <a:ext cx="221284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679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for ZTA access decisions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03320" y="26791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Exists (UAV-ZTA, Federated ZTA)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0" y="2679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— not our novelty claim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136392"/>
            <a:ext cx="320040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93592" y="3136392"/>
            <a:ext cx="2898648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3136392"/>
            <a:ext cx="2212848" cy="502920"/>
          </a:xfrm>
          <a:prstGeom prst="rect">
            <a:avLst/>
          </a:prstGeom>
          <a:solidFill>
            <a:srgbClr val="FFF3CD"/>
          </a:solidFill>
          <a:ln w="25400">
            <a:solidFill>
              <a:srgbClr val="E8A9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2278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 — audit log of each adaptation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03320" y="32278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Does not exist anywhere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3227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OUR CONTRIBUTION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685032"/>
            <a:ext cx="320040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93592" y="3685032"/>
            <a:ext cx="2898648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9672" y="3685032"/>
            <a:ext cx="2212848" cy="502920"/>
          </a:xfrm>
          <a:prstGeom prst="rect">
            <a:avLst/>
          </a:prstGeom>
          <a:solidFill>
            <a:srgbClr val="FFF3CD"/>
          </a:solidFill>
          <a:ln w="25400">
            <a:solidFill>
              <a:srgbClr val="E8A9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7764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— reasoning stability metric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703320" y="37764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Does not exist anywhere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83680" y="37764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OUR CONTRIBUTION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233672"/>
            <a:ext cx="320040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93592" y="4233672"/>
            <a:ext cx="2898648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19672" y="4233672"/>
            <a:ext cx="2212848" cy="502920"/>
          </a:xfrm>
          <a:prstGeom prst="rect">
            <a:avLst/>
          </a:prstGeom>
          <a:solidFill>
            <a:srgbClr val="FFF3CD"/>
          </a:solidFill>
          <a:ln w="25400">
            <a:solidFill>
              <a:srgbClr val="E8A9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3251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mapping for AI adaptation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703320" y="43251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Does not exist anywhere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83680" y="4325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OUR CONTRIBUTION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Actually Build — Step by Step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1810512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15568"/>
            <a:ext cx="384048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13385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Telemetry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52704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Python (NumPy, Pandas)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enterprise network sessions with controlled drift events (gradual, abrupt, recurring). Label each session with the drift type for ground truth.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743200" cy="1810512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115568"/>
            <a:ext cx="384048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1155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113385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52704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Python (Scikit-learn)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175564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11 behavioral features (session duration, login time, device score, etc.) from the simulated stream for each session.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43200" cy="1810512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7648" y="1115568"/>
            <a:ext cx="384048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1155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84848" y="113385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Trust Scoring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27648" y="152704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TensorFlow / PyTorch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175564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LSTM and GRU models to output a continuous trust score from the feature sequence. Compare architectures for accuracy and speed.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2743200" cy="1810512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081528"/>
            <a:ext cx="384048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0815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30998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Drift + Adaptation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34930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River library (Python)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" y="37216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drift detection (ADWIN or Page-Hinkley test) plus online incremental weight updates when drift is detected, preventing catastrophic forgetting.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2971800"/>
            <a:ext cx="2743200" cy="1810512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01568" y="3081528"/>
            <a:ext cx="384048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0815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58768" y="30998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AJR + ECI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01568" y="34930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SHAP library + custom Python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37216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detected adaptation: run SHAP to identify which features triggered the update, compute ECI (Jaccard + Kendall-tau), run ISO policy checks, write the AJR to a structured JSON log.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2971800"/>
            <a:ext cx="2743200" cy="1810512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7648" y="3081528"/>
            <a:ext cx="384048" cy="347472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0815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84848" y="30998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Compare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27648" y="34930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Matplotlib, Seaborn, Pandas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37216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Static Thresholding, RBAC, ABAC, plain DriftTrust (no governance layer). Report all standard metrics plus ECI and AJR completeness.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"/>
            <a:ext cx="1828800" cy="237744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Success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3401568"/>
          </a:xfrm>
          <a:prstGeom prst="rect">
            <a:avLst/>
          </a:prstGeom>
          <a:solidFill>
            <a:srgbClr val="E8F4FB"/>
          </a:solidFill>
          <a:ln w="12700">
            <a:solidFill>
              <a:srgbClr val="1B8FA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4241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Standard ML Metrics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(Inherited from existing work)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ROC-AUC — overall classification quality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F1-Score, Precision, Recall — balance of accuracy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MCC — reliable for imbalanced data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MTTD — how fast drift is detected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255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FAR — false alarm rate under drift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 recovery latency after adaptation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14800" cy="3401568"/>
          </a:xfrm>
          <a:prstGeom prst="rect">
            <a:avLst/>
          </a:prstGeom>
          <a:solidFill>
            <a:srgbClr val="FDF3E3"/>
          </a:solidFill>
          <a:ln w="25400">
            <a:solidFill>
              <a:srgbClr val="E8A91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04241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Novel Governance Metrics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unique contribution)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3619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AJR Completeness Rate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17556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adaptations that produce a fully complete audit record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Explanation-Consistency Index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3225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SHAP reasoning across updates (0–1 scale)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67004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Policy Conformance Rate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8895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adaptations that pass ISO 27001 automated checks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23697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Audit Walkthrough Validity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4564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simulated auditor reconstruct events from AJR alone?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80390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Layer 3 Overhead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40233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compute/storage cost of the governance layer vs plain DriftTrust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FA8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60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DriftTrust-Audit is the first framework that treats every AI trust-model self-adaptation in a Zero Trust network as an auditable, policy-conformant, and explainability-consistent governance event — filling a gap that no existing paper addresses.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04288"/>
            <a:ext cx="2011680" cy="2212848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3957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898648"/>
            <a:ext cx="1783080" cy="0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962656"/>
            <a:ext cx="17830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proposal with supervisor. Verify all 21 references independently. Confirm ISO control mapping accuracy with an ISMS expert.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2304288"/>
            <a:ext cx="2011680" cy="2212848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24328" y="23957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 1–2)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24328" y="2898648"/>
            <a:ext cx="1783080" cy="0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2962656"/>
            <a:ext cx="17830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telemetry simulation, feature extraction, and Layers 1 &amp; 2 (LSTM/GRU + drift detection) using Python, TensorFlow, River.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304288"/>
            <a:ext cx="2011680" cy="2212848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3957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 3–4)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3168" y="2898648"/>
            <a:ext cx="1783080" cy="0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962656"/>
            <a:ext cx="17830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Layer 3: AJR logging schema, ECI metric computation, policy-conformance checker, ISO mapping validation.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2280" y="2304288"/>
            <a:ext cx="2011680" cy="2212848"/>
          </a:xfrm>
          <a:prstGeom prst="rect">
            <a:avLst/>
          </a:prstGeom>
          <a:solidFill>
            <a:srgbClr val="162433"/>
          </a:solidFill>
          <a:ln w="12700">
            <a:solidFill>
              <a:srgbClr val="1624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22008" y="23957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A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 5–6)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22008" y="2898648"/>
            <a:ext cx="1783080" cy="0"/>
          </a:xfrm>
          <a:prstGeom prst="line">
            <a:avLst/>
          </a:prstGeom>
          <a:noFill/>
          <a:ln w="12700">
            <a:solidFill>
              <a:srgbClr val="1B8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2962656"/>
            <a:ext cx="17830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evaluation experiments. Compare baselines. Write the full paper. Target a Q2 ISMS or security journal for initial submission.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venue: Q2 journal in ISMS or AI Security (e.g., Computers &amp; Security, Future Generation Computer Systems, IEEE Access)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2026-07-12T19:44:12Z</dcterms:created>
  <dcterms:modified xsi:type="dcterms:W3CDTF">2026-07-12T19:44:12Z</dcterms:modified>
</cp:coreProperties>
</file>