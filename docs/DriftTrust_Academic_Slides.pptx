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237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·  SUPERVISOR REVIEW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DriftTrust-Audit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Explainability-Consistent, Audit-Ready Framework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Concept Drift-Resilient Dynamic Trust Assessment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Zero Trust Networks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594360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01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Information Security Management  ·  Method: Design Science Research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75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Zero Trust Architecture  ·  Continual Learning  ·  Explainable AI  ·  ISO/IEC 27001  ·  Concept Drift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965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names, department, and institution — to be completed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50976"/>
            <a:ext cx="8449056" cy="548640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2527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Architecture, AI trust scoring, and the drift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in current literature — the governance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03120"/>
            <a:ext cx="8449056" cy="548640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579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Papers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24048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built and where every existing approach stops short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340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7340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Proposal: DriftTrust-Audit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298094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framework — what each layer does and why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255264"/>
            <a:ext cx="8449056" cy="548640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01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55701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AJR, ECI, and ISO/IEC 27001 mapping explained in detail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Implementation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83080" y="4133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defense and step-by-step methodology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407408"/>
            <a:ext cx="8449056" cy="548640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83080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Conclusion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83080" y="47091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is measured, and the research roadmap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01 /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Foundational Principle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 security relied on a hard outer perimeter — once inside, users were trusted implicitly. Zero Trust Architecture (ZTA), formalised by NIST SP 800-207 (Rose et al., 2020), reverses this assumption entirely.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 — every access request, regardless of origin, is evaluated individually and continuously against dynamic contextual parameters.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artefact of ZTA is a continuously computed Trust Score — a real-time numerical representation of how much confidence the system has that a given request is legitimate. It drives every access control decision.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4160520" cy="3566160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Model vs. Zero Trust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527048"/>
            <a:ext cx="37490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Perimeter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16002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19656"/>
            <a:ext cx="4160520" cy="493776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check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the 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1874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request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386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386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login 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386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43784"/>
            <a:ext cx="4160520" cy="493776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898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monitored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898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28986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410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410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34107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trust score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867912"/>
            <a:ext cx="4160520" cy="493776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922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9227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6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mitigation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922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anomaly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02 /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Drift Problem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behaviours, device contexts, and threat vectors shift continuously over time. A machine learning model trained on historical data becomes misaligned with current reality — this phenomenon is called Concept Drift.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2651760" cy="1572768"/>
          </a:xfrm>
          <a:prstGeom prst="rect">
            <a:avLst/>
          </a:prstGeom>
          <a:solidFill>
            <a:srgbClr val="3A5C3A"/>
          </a:solidFill>
          <a:ln w="12700">
            <a:solidFill>
              <a:srgbClr val="3A5C3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Gradual Drift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130552"/>
            <a:ext cx="228600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behavioural shifts — a user changes their working hours over weeks. The model progressively loses calibration without triggering any alarm.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719072"/>
            <a:ext cx="2651760" cy="1572768"/>
          </a:xfrm>
          <a:prstGeom prst="rect">
            <a:avLst/>
          </a:prstGeom>
          <a:solidFill>
            <a:srgbClr val="5C3A2A"/>
          </a:solidFill>
          <a:ln w="12700">
            <a:solidFill>
              <a:srgbClr val="5C3A2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Abrupt Drift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2130552"/>
            <a:ext cx="228600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2402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change — a new attack pattern emerges overnight. The static model was never trained on it, so it is classified as benign.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719072"/>
            <a:ext cx="2651760" cy="15727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Drift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130552"/>
            <a:ext cx="228600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2402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— end-of-quarter access surges, remote working peaks. The model cannot distinguish legitimate spikes from attacks.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438144"/>
            <a:ext cx="8046720" cy="1417320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5295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ML solutions do — and the gap they leave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858768"/>
            <a:ext cx="7680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(Transcend, INSOMNIA, METANOIA, AutoSHARC) addresses drift by detecting distributional shifts and incrementally retraining the model. These systems successfully preserve predictive accuracy across drift events.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they treat model adaptation purely as an engineering event. No existing work treats adaptation as a governance event — one that must be logged, justified, and checked against security policy.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6FA3C5"/>
          </a:solidFill>
          <a:ln w="12700">
            <a:solidFill>
              <a:srgbClr val="6FA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Governance Gap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8046720" cy="804672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2070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Zero Trust AI model silently updates its own trust-scoring logic in response to concept drift — who is accountable? How does an auditor verify the change was legitimate? Can the organisation demonstrate policy compliance after the fact?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3977640" cy="1188720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84832"/>
            <a:ext cx="54864" cy="11887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96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adapts, no record captures why. An ISO/IEC 27001 assessor has no evidence to review and no artefact to rely upon.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3977640" cy="1188720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084832"/>
            <a:ext cx="54864" cy="11887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self-modification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496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weight updates are opaque. Security teams cannot see which behaviours triggered the change or whether the change was appropriate.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438144"/>
            <a:ext cx="3977640" cy="1188720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438144"/>
            <a:ext cx="54864" cy="11887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conformance unknown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8496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adaptation, nothing verifies that the revised model still respects the organisation's access-control policy invariants.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438144"/>
            <a:ext cx="3977640" cy="1188720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438144"/>
            <a:ext cx="54864" cy="11887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instability ignored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8496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accuracy is preserved, the model's explanations for similar decisions may differ — a compliance red flag that current metrics do not capture.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 of Unaudited AI Adaptation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8046720" cy="841248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996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AI adapted 23 times during a fraud-detection audit period. No adaptation logs existed.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207008"/>
            <a:ext cx="16459" cy="658368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07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38988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body could not confirm model integrity. Compliance certification withheld pending manual review of all 23 events.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066544"/>
            <a:ext cx="8046720" cy="841248"/>
          </a:xfrm>
          <a:prstGeom prst="rect">
            <a:avLst/>
          </a:prstGeom>
          <a:solidFill>
            <a:srgbClr val="28323C"/>
          </a:solidFill>
          <a:ln w="12700">
            <a:solidFill>
              <a:srgbClr val="283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157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4505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drift caused the trust model to gradually relax restrictions on patient-record access.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157984"/>
            <a:ext cx="16459" cy="658368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34086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breach identified six weeks after the fact. The organisation could not prove the access-threshold change was intentional.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8046720" cy="841248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adversary slowly shifted behaviour patterns to 'drift' the model toward higher trust scores.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108960"/>
            <a:ext cx="16459" cy="658368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108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2918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adapted toward the attacker without triggering any alert. No mechanism existed to flag explanation instability.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68496"/>
            <a:ext cx="8046720" cy="841248"/>
          </a:xfrm>
          <a:prstGeom prst="rect">
            <a:avLst/>
          </a:prstGeom>
          <a:solidFill>
            <a:srgbClr val="28323C"/>
          </a:solidFill>
          <a:ln w="12700">
            <a:solidFill>
              <a:srgbClr val="283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27001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3525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requested evidence that the AI access-control model had not changed unauthorised behaviour thresholds.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4059936"/>
            <a:ext cx="16459" cy="658368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059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424281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artefact existed. Control A.8.16 (Monitoring Activities) failed. Certification renewal denied.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6FA3C5"/>
          </a:solidFill>
          <a:ln w="12700">
            <a:solidFill>
              <a:srgbClr val="6FA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Papers Have Done — And Where They Stop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78992"/>
            <a:ext cx="8046720" cy="310896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389888"/>
            <a:ext cx="8046720" cy="576072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42646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Sec. 2017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07792" y="142646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Formalised concept drift detection for malware classifiers using conformal evaluators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14264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continual learning, no ZTA context, no governance artefact of any kind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020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AISec 2021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07792" y="20208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active learning and XAI to interpret model reactions to intrusion-traffic drift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02082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Performance-only evaluation — no audit trail, no policy-conformance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8046720" cy="576072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1518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METANOIA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07792" y="261518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intrusion detection designed to mitigate drift over extended deployment periods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61518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scoring, no explainability audit, no access-control governance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2095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AutoSHARC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CMES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07792" y="320954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SHAP-guided post-hoc retraining feedback loop for IoT intrusion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320954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ZTA, no adaptation justification record, no ISO/IEC control mapping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67328"/>
            <a:ext cx="8046720" cy="576072"/>
          </a:xfrm>
          <a:prstGeom prst="rect">
            <a:avLst/>
          </a:prstGeom>
          <a:solidFill>
            <a:srgbClr val="252C35"/>
          </a:solidFill>
          <a:ln w="12700">
            <a:solidFill>
              <a:srgbClr val="252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039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07792" y="380390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shifts as drift signals in supply-chain forecasting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38039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security system — no access policy, no compliance dimension at all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39826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Phishing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2025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07792" y="439826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retraining + fairness auditing for phishing detector lifecycle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43982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analogue — but no ISO mapping, no explanation-consistency metric, not ZTA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No Existing Work Reaches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15568"/>
            <a:ext cx="2697480" cy="2359152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15568"/>
            <a:ext cx="2697480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07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Continual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Transcend, INSOMNIA,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METANOIA, AutoSHARC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313432"/>
            <a:ext cx="233172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3230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 and update models without forgetting prior knowledge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115568"/>
            <a:ext cx="2697480" cy="2359152"/>
          </a:xfrm>
          <a:prstGeom prst="rect">
            <a:avLst/>
          </a:prstGeom>
          <a:solidFill>
            <a:srgbClr val="1E2D20"/>
          </a:solidFill>
          <a:ln w="12700">
            <a:solidFill>
              <a:srgbClr val="1E2D2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15568"/>
            <a:ext cx="2697480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207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in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1737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AutoSHARC, DriftGuard,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UAV-ZTA, Federated ZTA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2313432"/>
            <a:ext cx="233172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43230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individual access decisions using feature attribution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1115568"/>
            <a:ext cx="2697480" cy="2359152"/>
          </a:xfrm>
          <a:prstGeom prst="rect">
            <a:avLst/>
          </a:prstGeom>
          <a:solidFill>
            <a:srgbClr val="1E2228"/>
          </a:solidFill>
          <a:ln w="12700">
            <a:solidFill>
              <a:srgbClr val="1E22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115568"/>
            <a:ext cx="2697480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207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Scoring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737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 family,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ABAC papers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313432"/>
            <a:ext cx="233172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43230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enforce dynamic trust scores for access control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6210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streams exist in isolation. No work sits at their intersection with a governance lens.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17320" y="4059936"/>
            <a:ext cx="6309360" cy="804672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417320" y="4059936"/>
            <a:ext cx="64008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27632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Untouched Space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27632" y="438912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adaptation event itself as an auditable, policy-conformant artefact — mapped to ISO/IEC 27001. This is what DriftTrust-Audit addresses.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6FA3C5"/>
          </a:solidFill>
          <a:ln w="12700">
            <a:solidFill>
              <a:srgbClr val="6FA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DriftTrust-Audit — Architecture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retain the proven ML core (Layers 1 and 2) from the original DriftTrust design and add a third layer — the Adaptation Governance Layer — that has never been built for any ZTA trust-scoring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609344"/>
            <a:ext cx="8046720" cy="1024128"/>
          </a:xfrm>
          <a:prstGeom prst="rect">
            <a:avLst/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09344"/>
            <a:ext cx="54864" cy="102412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56816"/>
            <a:ext cx="347472" cy="34747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842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7007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 ·  Continuous Trust Scoring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03911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or GRU sequential model reads 11 behavioural features from each network session in real time and outputs a continuous trust score. This layer operates perpetually — analogous to a continuous ECG monitor for network behaviour.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24912"/>
            <a:ext cx="8046720" cy="1024128"/>
          </a:xfrm>
          <a:prstGeom prst="rect">
            <a:avLst/>
          </a:prstGeom>
          <a:solidFill>
            <a:srgbClr val="1E2D22"/>
          </a:solidFill>
          <a:ln w="12700">
            <a:solidFill>
              <a:srgbClr val="1E2D2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24912"/>
            <a:ext cx="54864" cy="102412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998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2816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 ·  Drift Detection &amp; Continual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154680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drift monitors (ADWIN / Page-Hinkley) watch prediction error and SHAP attribution distributions. When significant drift is detected, the model receives localised incremental weight updates — preserving prior knowledge while adapting to new behaviour (avoiding catastrophic forgetting).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8046720" cy="1024128"/>
          </a:xfrm>
          <a:prstGeom prst="rect">
            <a:avLst/>
          </a:prstGeom>
          <a:solidFill>
            <a:srgbClr val="2C2218"/>
          </a:solidFill>
          <a:ln w="12700">
            <a:solidFill>
              <a:srgbClr val="2C221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840480"/>
            <a:ext cx="54864" cy="10241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18795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15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3931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 ·  Adaptation Governance Layer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" y="427024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adaptation triggered in Layer 2 produces an Adaptation Justification Record (AJR), an Explanation-Consistency Index (ECI) score, and an automated ISO/IEC 27001 policy-conformance check. This layer is the core novelty of this research.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 01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 Justification Record (AJR)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automatically generated, structured audit log produced for every model self-adaptation event. Functions as the evidentiary artefact for compliance review.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840480" cy="3310128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AJR Schema — Sample Entry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956816"/>
            <a:ext cx="347472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2029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AJR-00047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359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2359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2025-03-15  02:14:22 UTC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2688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shift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Drifted feature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login_time_anomaly  (+340%)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— before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23160" y="33467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  (HIGH)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3675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— after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36758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   (MEDIUM)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23160" y="4005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7A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3342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control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23160" y="43342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A.8.16 — COMPLIANT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63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2316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weight update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27001:2022 Annex A Mapping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901952"/>
            <a:ext cx="4069080" cy="868680"/>
          </a:xfrm>
          <a:prstGeom prst="rect">
            <a:avLst/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01952"/>
            <a:ext cx="54864" cy="86868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A.5.15  —  Access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2286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AJR records every trust-threshold change caused by model adaptation, satisfying the requirement for documented access-rule changes.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9504"/>
            <a:ext cx="4069080" cy="86868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889504"/>
            <a:ext cx="54864" cy="86868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A.8.16  —  Monitoring Activities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AJR is the monitoring artefact for AI self-updates, providing a timestamped record of every adaptation event.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877056"/>
            <a:ext cx="4069080" cy="868680"/>
          </a:xfrm>
          <a:prstGeom prst="rect">
            <a:avLst/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877056"/>
            <a:ext cx="54864" cy="86868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D5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A.5.36  —  Compliance with Policies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28032" y="42611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policy-conformance check embedded in the AJR generation process documents that each update was reviewed against policy.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6FA3C5"/>
          </a:solidFill>
          <a:ln w="12700">
            <a:solidFill>
              <a:srgbClr val="6FA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 02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Explanation-Consistency Index (ECI)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metrics ask: is the model still accurate after adaptation?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asks a different question: is the model still reasoning consistently after adaptation?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achieves high accuracy for different internal reasons before and after an update is a compliance risk — it may be exploitable, and its explanations cannot be relied upon for audit purposes.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47872"/>
            <a:ext cx="3749040" cy="126187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639312"/>
            <a:ext cx="3383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B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who delivers correct verdicts but for different reasons on different days cannot be trusted. The same applies to a security AI — if the rationale for its decisions shifts invisibly, the explanation layer loses its integrity.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1115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ECI Is Computed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444752"/>
            <a:ext cx="4069080" cy="80467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1790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Run the model on a fixed canonical scenario set before and after each adaptation.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Extract top-k SHAP features for each scenario at both time points.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322576"/>
            <a:ext cx="4069080" cy="694944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957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Overlap — what proportion of the same features appear in top-k before and after?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090672"/>
            <a:ext cx="4069080" cy="694944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1638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Kendall-tau Rank Correlation — is the feature importance ordering preserved?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858768"/>
            <a:ext cx="4069080" cy="950976"/>
          </a:xfrm>
          <a:prstGeom prst="rect">
            <a:avLst/>
          </a:prstGeom>
          <a:solidFill>
            <a:srgbClr val="2C2A1A"/>
          </a:solidFill>
          <a:ln w="12700">
            <a:solidFill>
              <a:srgbClr val="2C2A1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858768"/>
            <a:ext cx="54864" cy="9509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ECI Interpretation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42245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8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= 1.0  →  Perfect consistency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8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&lt; 0.5  →  Flagged for human audit review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8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every AJR entry for traceability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 — DEFENDED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Novel — Evidence Against Literature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8046720" cy="310896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33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/ Component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9312" y="11338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Existing Literature?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1338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 This Paper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444752"/>
            <a:ext cx="8046720" cy="57607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361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+ continual learning in security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9312" y="1536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Transcend (2017), INSOMNIA (2021), METANOIA (2024)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5361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not our novelty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057400"/>
            <a:ext cx="8046720" cy="576072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48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shifts as drift signal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39312" y="2148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AutoSHARC, DriftGuard, energy-forecasting literature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not our novelty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8046720" cy="57607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614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ZTA access decisions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39312" y="27614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UAV-ZTA, Federated ZTA with XAI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76148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not our novelty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282696"/>
            <a:ext cx="8046720" cy="576072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282696"/>
            <a:ext cx="54864" cy="5760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741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Justification Record (AJR)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39312" y="3374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does not exist in any reviewed paper or patent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37413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here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895344"/>
            <a:ext cx="8046720" cy="57607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895344"/>
            <a:ext cx="54864" cy="5760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9867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Explanation-Consistency Index (ECI)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39312" y="3986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 equivalent metric exists in the literature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98678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here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8046720" cy="576072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507992"/>
            <a:ext cx="54864" cy="5760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994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mapping of AI adaptation events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39312" y="4599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 paper maps adaptation governance to ISO controls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59943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here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6FA3C5"/>
          </a:solidFill>
          <a:ln w="12700">
            <a:solidFill>
              <a:srgbClr val="6FA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 — Step by Step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1556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" y="128016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075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1280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Simulation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 · Pandas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" y="190195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9933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enterprise sessions with labelled drift events (gradual, abrupt, recurring). No real-world data dependency.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111556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28016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3075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1280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190195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9933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11 behavioural signals per session: session duration, login time, device posture, MFA gap, port entropy, and six further contextual features.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17336" y="111556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81928" y="128016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3075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39128" y="1280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Trust Scoring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1928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PyTorch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81928" y="190195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19933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LSTM and GRU architectures to produce continuous trust scores. Architecture comparison included.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072" y="320040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2278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3272" y="3200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Drift &amp; Adaptation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· ADWIN · Page-Hinkley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" y="382219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91363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incremental weight updates triggered by statistical drift monitors, with catastrophic-forgetting prevention.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64408" y="303580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29000" y="320040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2278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86200" y="3200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AJR + ECI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29000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Custom Python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29000" y="382219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91363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adaptation: run SHAP, compute ECI (Jaccard + Kendall-tau), run policy checks, write AJR to structured JSON.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17336" y="3035808"/>
            <a:ext cx="2715768" cy="1755648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81928" y="3200400"/>
            <a:ext cx="347472" cy="347472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32278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39128" y="3200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Comparison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1928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81928" y="3822192"/>
            <a:ext cx="237744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1928" y="391363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Static Threshold, RBAC, ABAC, and plain DriftTrust. Report standard metrics and novel AJR/ECI measures.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64008" cy="64008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D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Success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046720" cy="16459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3840480" cy="3584448"/>
          </a:xfrm>
          <a:prstGeom prst="rect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Inherited Performance Metrics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536192"/>
            <a:ext cx="347472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64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901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classification quality across all thresholds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/ Precision / Recall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false positives and negatives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Matthews Corr. Coeff.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889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class-imbalanced datasets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1455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concept drift events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36393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 under non-stationary distributions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41330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E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Latency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model accuracy to stabilise post-adaptation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15568"/>
            <a:ext cx="4069080" cy="3584448"/>
          </a:xfrm>
          <a:prstGeom prst="rect">
            <a:avLst/>
          </a:prstGeom>
          <a:solidFill>
            <a:srgbClr val="28201A"/>
          </a:solidFill>
          <a:ln w="12700">
            <a:solidFill>
              <a:srgbClr val="28201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15568"/>
            <a:ext cx="64008" cy="35844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Governance Metrics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36192"/>
            <a:ext cx="365760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4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 Completeness 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adaptation events that produce a fully populated, policy-checked audit record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4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Explanation-Consistency Index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2688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+ Kendall-tau stability of SHAP attributions across consecutive adaptations, reported as a distribution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4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Conformance 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3456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adaptations that pass all automated ISO/IEC 27001 control checks without exception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968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4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Walkthrough Validity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42245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simulated assessor reconstruct events from the AJR log alone, without model access? Evaluated qualitatively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201168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286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"/>
            <a:ext cx="8046720" cy="16459"/>
          </a:xfrm>
          <a:prstGeom prst="rect">
            <a:avLst/>
          </a:prstGeom>
          <a:solidFill>
            <a:srgbClr val="2D5F82"/>
          </a:solidFill>
          <a:ln w="12700">
            <a:solidFill>
              <a:srgbClr val="2D5F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49808"/>
            <a:ext cx="8046720" cy="98755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84124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i="1" dirty="0">
                <a:solidFill>
                  <a:srgbClr val="EEE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DriftTrust-Audit is the first framework to treat every AI trust-model self-adaptation in a Zero Trust network as an auditable, policy-conformant, and explainability-consistent governance event. The three proposed contributions — AJR, ECI, and ISO/IEC 27001 mapping — fill a gap that no existing paper in the drift-resilient security literature addresses.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Roadmap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2048256" cy="254203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67712"/>
            <a:ext cx="2048256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" y="2871216"/>
            <a:ext cx="173736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62656"/>
            <a:ext cx="1737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8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proposal with supervisor. Independently verify all 21 references. Confirm ISO control mapping with an ISMS practitioner.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79192" y="2267712"/>
            <a:ext cx="2048256" cy="254203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2267712"/>
            <a:ext cx="2048256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2549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 –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25496" y="2871216"/>
            <a:ext cx="173736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2962656"/>
            <a:ext cx="1737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8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telemetry simulator, feature extractor, LSTM/GRU trust scorer (Layer 1), and drift detection with incremental updates (Layer 2).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55464" y="2267712"/>
            <a:ext cx="2048256" cy="254203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55464" y="2267712"/>
            <a:ext cx="2048256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 –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01768" y="2871216"/>
            <a:ext cx="173736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962656"/>
            <a:ext cx="1737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8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AJR logging schema, ECI computation, policy-conformance checker, and ISO mapping validation (Layer 3).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31736" y="2267712"/>
            <a:ext cx="2048256" cy="2542032"/>
          </a:xfrm>
          <a:prstGeom prst="rect">
            <a:avLst/>
          </a:prstGeom>
          <a:solidFill>
            <a:srgbClr val="2E3640"/>
          </a:solidFill>
          <a:ln w="12700">
            <a:solidFill>
              <a:srgbClr val="2E36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31736" y="2267712"/>
            <a:ext cx="2048256" cy="5486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FA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8040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 – 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871216"/>
            <a:ext cx="1737360" cy="16459"/>
          </a:xfrm>
          <a:prstGeom prst="rect">
            <a:avLst/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2962656"/>
            <a:ext cx="1737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8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experiments. Baseline comparisons. Paper writing and submission to a Q2 ISMS or AI-security journal.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9011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Computers &amp; Security  ·  Future Generation Computer Systems  ·  IEEE Access  ·  Journal of Information Security and Applications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9194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2026-07-13T05:33:35Z</dcterms:created>
  <dcterms:modified xsi:type="dcterms:W3CDTF">2026-07-13T05:33:35Z</dcterms:modified>
</cp:coreProperties>
</file>